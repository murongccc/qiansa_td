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48731fec4444cd" /><Relationship Type="http://schemas.openxmlformats.org/officeDocument/2006/relationships/extended-properties" Target="/docProps/app.xml" Id="R70faaa16b5e64ac2" /><Relationship Type="http://schemas.openxmlformats.org/officeDocument/2006/relationships/officeDocument" Target="/ppt/presentation.xml" Id="R1f60f8b15d844c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b5a7c487be4a61"/>
  </p:sldMasterIdLst>
  <p:notesMasterIdLst>
    <p:notesMasterId xmlns:r="http://schemas.openxmlformats.org/officeDocument/2006/relationships" r:id="R349e64843ebd486d"/>
  </p:notesMasterIdLst>
  <p:sldIdLst>
    <p:sldId xmlns:r="http://schemas.openxmlformats.org/officeDocument/2006/relationships" id="256" r:id="R31de8a311a5248ce"/>
    <p:sldId xmlns:r="http://schemas.openxmlformats.org/officeDocument/2006/relationships" id="257" r:id="R0b08618fb7b14cf1"/>
    <p:sldId xmlns:r="http://schemas.openxmlformats.org/officeDocument/2006/relationships" id="258" r:id="Rdda20479061f49be"/>
    <p:sldId xmlns:r="http://schemas.openxmlformats.org/officeDocument/2006/relationships" id="259" r:id="Rd4e1ddc34f3b4af4"/>
    <p:sldId xmlns:r="http://schemas.openxmlformats.org/officeDocument/2006/relationships" id="260" r:id="R9797d182b1b240fe"/>
    <p:sldId xmlns:r="http://schemas.openxmlformats.org/officeDocument/2006/relationships" id="261" r:id="Ref74b4ebeff34467"/>
    <p:sldId xmlns:r="http://schemas.openxmlformats.org/officeDocument/2006/relationships" id="262" r:id="Rb0e08dda787e4e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d72554ddb04806" /><Relationship Type="http://schemas.openxmlformats.org/officeDocument/2006/relationships/slideMaster" Target="/ppt/slideMasters/slideMaster1.xml" Id="Ra8b5a7c487be4a61" /><Relationship Type="http://schemas.openxmlformats.org/officeDocument/2006/relationships/notesMaster" Target="/ppt/notesMasters/notesMaster1.xml" Id="R349e64843ebd486d" /><Relationship Type="http://schemas.openxmlformats.org/officeDocument/2006/relationships/presProps" Target="/ppt/presProps.xml" Id="R175fa164b6284926" /><Relationship Type="http://schemas.openxmlformats.org/officeDocument/2006/relationships/tableStyles" Target="/ppt/tableStyles.xml" Id="Rd577f048dfad4743" /><Relationship Type="http://schemas.openxmlformats.org/officeDocument/2006/relationships/slide" Target="/ppt/slides/slide1.xml" Id="R31de8a311a5248ce" /><Relationship Type="http://schemas.openxmlformats.org/officeDocument/2006/relationships/slide" Target="/ppt/slides/slide2.xml" Id="R0b08618fb7b14cf1" /><Relationship Type="http://schemas.openxmlformats.org/officeDocument/2006/relationships/slide" Target="/ppt/slides/slide3.xml" Id="Rdda20479061f49be" /><Relationship Type="http://schemas.openxmlformats.org/officeDocument/2006/relationships/slide" Target="/ppt/slides/slide4.xml" Id="Rd4e1ddc34f3b4af4" /><Relationship Type="http://schemas.openxmlformats.org/officeDocument/2006/relationships/slide" Target="/ppt/slides/slide5.xml" Id="R9797d182b1b240fe" /><Relationship Type="http://schemas.openxmlformats.org/officeDocument/2006/relationships/slide" Target="/ppt/slides/slide6.xml" Id="Ref74b4ebeff34467" /><Relationship Type="http://schemas.openxmlformats.org/officeDocument/2006/relationships/slide" Target="/ppt/slides/slide7.xml" Id="Rb0e08dda787e4e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7a4136ebc44a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222217b0804d1d" /><Relationship Type="http://schemas.openxmlformats.org/officeDocument/2006/relationships/notesMaster" Target="/ppt/notesMasters/notesMaster1.xml" Id="Re20425ae981549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3b91b35fd94b57" /><Relationship Type="http://schemas.openxmlformats.org/officeDocument/2006/relationships/notesMaster" Target="/ppt/notesMasters/notesMaster1.xml" Id="Rbb144f8c26ce4a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f37fed32f24be6" /><Relationship Type="http://schemas.openxmlformats.org/officeDocument/2006/relationships/notesMaster" Target="/ppt/notesMasters/notesMaster1.xml" Id="R2678ca2bf8d042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8dd6f805024bc9" /><Relationship Type="http://schemas.openxmlformats.org/officeDocument/2006/relationships/notesMaster" Target="/ppt/notesMasters/notesMaster1.xml" Id="Re176f9d7444a44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381954d45a4238" /><Relationship Type="http://schemas.openxmlformats.org/officeDocument/2006/relationships/notesMaster" Target="/ppt/notesMasters/notesMaster1.xml" Id="Rb8b4bebf19a04c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bfc169674a4fad" /><Relationship Type="http://schemas.openxmlformats.org/officeDocument/2006/relationships/notesMaster" Target="/ppt/notesMasters/notesMaster1.xml" Id="Rfae73e0eaa8c46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748daaa1944730" /><Relationship Type="http://schemas.openxmlformats.org/officeDocument/2006/relationships/notesMaster" Target="/ppt/notesMasters/notesMaster1.xml" Id="R8e1ccec2a69c4f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项目依据：AGENT.md、docs/rhythm-game-2026-10-03.md、docs/rhythm-stage4-2026-10-03.md、current-state.md。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赛题要求来源：E:/QQ/qq download/赛题解析一 (1).pptx（基础要求、注意事项）；项目目标与当前阶段来源：docs/rhythm-game-2026-10-03.md、docs/rhythm-stage4-2026-10-03.md、current-state.md。赛题原文要求 HX4S20C、最终单一设计固化并上电运行；当前项目仍未生成 bitstream，不能声称满足最终上板条件。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扩展项目要求来源：E:/QQ/qq download/赛题解析一 (1).pptx，赛题要求至少一项扩展。项目状态依据 current-state.md（参数调节、双线性缩放、频谱）及 docs/rhythm-stage4-2026-10-03.md（HUD、参数/频谱兼容回归）。转场特效在所查项目记录中没有实现依据，故标未完成。已实现是 RTL/仿真状态，不代表最终板级验收。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基础系统和资源/判定成果来源：docs/rhythm-game-2026-10-03.md、docs/rhythm-stage4-2026-10-03.md、current-state.md；赛题原文关于最终固化和上电运行的要求见 E:/QQ/qq download/赛题解析一 (1).pptx。最新物理实现：LUT 17948/19600（91.57%），routed setup −2.472/−398.316 ns，hold/removal −0.020/−0.115 ns；尚未生成 bitstream，不能宣称上板通过。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e600fda8ee4a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e95dad51342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9a8e198ab4c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07751661a42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d31ba4a724b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5ed093265c45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063B84-14E4-4EA8-B166-D0B657CD7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56230D-5313-42A0-8A90-73CDAA9EAC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4AD58F-A414-4067-883C-DBD81A9B9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E1F087-54A1-4031-AF4A-3BA2E7F8C7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A01EB5-7023-4509-B212-CD52D60A17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DF44B9-69E1-4F0F-A757-00411D5B30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486114-AF68-4F55-910B-21C49C23AA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4F90EA-40F6-47A9-BE16-F6D4C16401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269B26-4EC7-4C88-8E35-5F7985E7D3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09A7F9-63A7-4D36-8953-4193E70E6A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8da726c9474a6a" /><Relationship Type="http://schemas.openxmlformats.org/officeDocument/2006/relationships/slideLayout" Target="/ppt/slideLayouts/slideLayout1.xml" Id="R847418e4f8dc49bb" /><Relationship Type="http://schemas.openxmlformats.org/officeDocument/2006/relationships/slideLayout" Target="/ppt/slideLayouts/slideLayout2.xml" Id="R260abc20359d4fac" /><Relationship Type="http://schemas.openxmlformats.org/officeDocument/2006/relationships/slideLayout" Target="/ppt/slideLayouts/slideLayout3.xml" Id="R01f7d6504f4942e8" /><Relationship Type="http://schemas.openxmlformats.org/officeDocument/2006/relationships/slideLayout" Target="/ppt/slideLayouts/slideLayout4.xml" Id="R19b10de0372749a0" /><Relationship Type="http://schemas.openxmlformats.org/officeDocument/2006/relationships/slideLayout" Target="/ppt/slideLayouts/slideLayout5.xml" Id="R34200785bbf94df9" /><Relationship Type="http://schemas.openxmlformats.org/officeDocument/2006/relationships/slideLayout" Target="/ppt/slideLayouts/slideLayout6.xml" Id="R05a6b3163f234e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7418e4f8dc49bb"/>
    <p:sldLayoutId xmlns:r="http://schemas.openxmlformats.org/officeDocument/2006/relationships" id="2147483650" r:id="R260abc20359d4fac"/>
    <p:sldLayoutId xmlns:r="http://schemas.openxmlformats.org/officeDocument/2006/relationships" id="2147483651" r:id="R01f7d6504f4942e8"/>
    <p:sldLayoutId xmlns:r="http://schemas.openxmlformats.org/officeDocument/2006/relationships" id="2147483652" r:id="R19b10de0372749a0"/>
    <p:sldLayoutId xmlns:r="http://schemas.openxmlformats.org/officeDocument/2006/relationships" id="2147483653" r:id="R34200785bbf94df9"/>
    <p:sldLayoutId xmlns:r="http://schemas.openxmlformats.org/officeDocument/2006/relationships" id="2147483654" r:id="R05a6b3163f234e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0c936e9d0a42b9" /><Relationship Type="http://schemas.openxmlformats.org/officeDocument/2006/relationships/notesSlide" Target="/ppt/notesSlides/notesSlide1.xml" Id="R33543f598f344f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ec3c985b2b49f9" /><Relationship Type="http://schemas.openxmlformats.org/officeDocument/2006/relationships/notesSlide" Target="/ppt/notesSlides/notesSlide2.xml" Id="R500a4bc8daae40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4704a0c5ae4dd1" /><Relationship Type="http://schemas.openxmlformats.org/officeDocument/2006/relationships/notesSlide" Target="/ppt/notesSlides/notesSlide3.xml" Id="Ra68e5dc4cbfd46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5b968a263440c5" /><Relationship Type="http://schemas.openxmlformats.org/officeDocument/2006/relationships/notesSlide" Target="/ppt/notesSlides/notesSlide4.xml" Id="R11c59f56d7f447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a2ceb0d6a24de7" /><Relationship Type="http://schemas.openxmlformats.org/officeDocument/2006/relationships/notesSlide" Target="/ppt/notesSlides/notesSlide5.xml" Id="R8aa60abf97474f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302c5ec0774ed0" /><Relationship Type="http://schemas.openxmlformats.org/officeDocument/2006/relationships/notesSlide" Target="/ppt/notesSlides/notesSlide6.xml" Id="Ra5230d5bb5b04c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f5c2b272e44fc6" /><Relationship Type="http://schemas.openxmlformats.org/officeDocument/2006/relationships/notesSlide" Target="/ppt/notesSlides/notesSlide7.xml" Id="R31b91e2e5baf49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0A858-CC97-4B79-A138-2C752BD9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85548-D48A-4595-ACCE-85DE541C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B4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AB489-E310-4BA1-846E-CAF074EC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9095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2DE2C-B9F8-42C3-86CD-817CA279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3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59FD0-C781-4423-8771-8FD13307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38A35-746D-4959-827D-2D98777C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B4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81ECD-6E21-4E66-840C-D3A12F8A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9095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C59C2-0232-49CF-84F5-1FF38230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238250"/>
            <a:ext cx="628650" cy="40957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3A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85E15-4294-4920-A2D3-4377A2D2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00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AB636-733D-43E8-B41F-DB7D6904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14850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E4A1ED-244F-410A-A917-61E8B35A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48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0">
                <a:solidFill>
                  <a:srgbClr val="BBD5E2"/>
                </a:solidFill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BBD5E2"/>
                </a:solidFill>
              </a:defRPr>
            </a:pPr>
            <a:r>
              <a:rPr sz="1125" b="0">
                <a:solidFill>
                  <a:srgbClr val="BBD5E2"/>
                </a:solidFill>
              </a:rPr>
              <a:t>判定线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FD316-A1CC-4766-B2FB-8EA0C79A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FPGA 音画联动音游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E65EC-04A6-46E4-A056-1E9D6529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0">
                <a:solidFill>
                  <a:srgbClr val="BFEFF0"/>
                </a:solidFill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BFEFF0"/>
                </a:solidFill>
              </a:defRPr>
            </a:pPr>
            <a:r>
              <a:rPr sz="2250" b="0">
                <a:solidFill>
                  <a:srgbClr val="BFEFF0"/>
                </a:solidFill>
              </a:rPr>
              <a:t>赛题预期成果与阶段进展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B24D2-DE17-45C1-AE37-350CBCB6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8191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BE67CB-8D72-49E6-8791-60E8A78E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D9E6EE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9E6EE"/>
                </a:solidFill>
              </a:defRPr>
            </a:pPr>
            <a:r>
              <a:rPr sz="1425" b="0">
                <a:solidFill>
                  <a:srgbClr val="D9E6EE"/>
                </a:solidFill>
              </a:rPr>
              <a:t>安路 EG4S20｜Verilog｜SD 卡资源｜HDMI 显示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2E7E6-CFF8-4DA8-9CBA-900D2AFD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A9BFCE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9BFCE"/>
                </a:solidFill>
              </a:defRPr>
            </a:pPr>
            <a:r>
              <a:rPr sz="1275" b="0">
                <a:solidFill>
                  <a:srgbClr val="A9BFCE"/>
                </a:solidFill>
              </a:rPr>
              <a:t>阶段汇报 · 约 3–4 分钟</a:t>
            </a:r>
          </a:p>
        </p:txBody>
      </p:sp>
    </p:spTree>
    <p:extLst>
      <p:ext uri="{BB962C8B-B14F-4D97-AF65-F5344CB8AC3E}">
        <p14:creationId xmlns:p14="http://schemas.microsoft.com/office/powerpoint/2010/main" val="1665333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88481D-1F47-4A47-9625-8EBA5E59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1D926-00D0-40CB-BCD6-640759BB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赛题预期成果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2DA31-9455-4538-8937-2DF59AC0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B32BF-896E-414B-BC93-412ECA23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A1F0F-6205-41C6-837F-A78F6638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385064"/>
                </a:solidFill>
              </a:defRPr>
            </a:pPr>
            <a:r>
              <a:rPr sz="1650" b="1">
                <a:solidFill>
                  <a:srgbClr val="385064"/>
                </a:solidFill>
              </a:rPr>
              <a:t>项目以赛题基础要求为底座，叠加扩展功能，并拓展为 FPGA 音游。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07702-85F3-4967-AF42-1DAF2273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390900" cy="35242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666E5-A570-41E7-8A9D-405469C8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B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16AD8-2ACB-4922-88F1-78D1BF5F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基础要求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74B9D-8EF4-40D7-8270-69F49D80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43A"/>
                </a:solidFill>
              </a:defRPr>
            </a:pPr>
            <a:r>
              <a:rPr sz="1650" b="1">
                <a:solidFill>
                  <a:srgbClr val="10243A"/>
                </a:solidFill>
              </a:rPr>
              <a:t>图片、音频与切换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1989D-F40E-4DBF-A02C-4526C158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30099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BMP/FAT32 读取、SDRAM 帧缓存、HDMI 显示、手动切图/自动轮播和 48 kHz 音频。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CD063-1296-4874-96E7-AEB644B2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05000"/>
            <a:ext cx="3390900" cy="35242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D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C3F5E-B670-4554-9E89-85C72DAF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B6ABE-4A17-4C3E-A4B1-DA999757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扩展要求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03819-E45E-488B-8CBF-68B7092E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670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243A"/>
                </a:solidFill>
              </a:defRPr>
            </a:pPr>
            <a:r>
              <a:rPr sz="1725" b="1">
                <a:solidFill>
                  <a:srgbClr val="10243A"/>
                </a:solidFill>
              </a:rPr>
              <a:t>图像处理与可视化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BE2250-D5FE-433D-8551-9A525CDA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90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D38601-E41E-44B1-8762-AAF4F238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95650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双线性缩放适配不同分辨率 BMP。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F2A87-299E-46C8-96C6-C6DA073F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00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AE924-636C-4F85-8644-5E02AEB2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05250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亮度、对比度调节与 OSD 参数显示。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AD760-C06A-4C33-BF78-2CA78186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10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9B2ACA-E42B-484D-9C95-1B7052BB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14850"/>
            <a:ext cx="2790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FFT 频谱与视频画面叠加显示。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807702-85F3-4967-AF42-1DAF2273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3390900" cy="35242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5666E5-A570-41E7-8A9D-405469C8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B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216AD8-2ACB-4922-88F1-78D1BF5F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音游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574B9D-8EF4-40D7-8270-69F49D80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43A"/>
                </a:solidFill>
              </a:defRPr>
            </a:pPr>
            <a:r>
              <a:rPr sz="1650" b="1">
                <a:solidFill>
                  <a:srgbClr val="10243A"/>
                </a:solidFill>
              </a:rPr>
              <a:t>谱面、判定与游戏 HUD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21989D-F40E-4DBF-A02C-4526C158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30099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OSZ 谱面转换、GAME.BIN/GAME.WAV 读取、Tap/Hold 判定、计分结算与 HDMI 游戏界面。</a:t>
            </a:r>
          </a:p>
        </p:txBody>
      </p:sp>
    </p:spTree>
    <p:extLst>
      <p:ext uri="{BB962C8B-B14F-4D97-AF65-F5344CB8AC3E}">
        <p14:creationId xmlns:p14="http://schemas.microsoft.com/office/powerpoint/2010/main" val="12012760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38293F-5B31-4232-9F43-D86A0DA2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F3129-F6BC-40F3-9FA3-09B1AFF1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用到的主要技术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A0C95-E5D8-4109-A78B-D7F0A644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BD045-0B82-4BAC-8246-103FFDC7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F36BC-1509-4B50-803A-52E0CE85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385064"/>
                </a:solidFill>
              </a:defRPr>
            </a:pPr>
            <a:r>
              <a:rPr sz="1575" b="1">
                <a:solidFill>
                  <a:srgbClr val="385064"/>
                </a:solidFill>
              </a:rPr>
              <a:t>系统从基础多媒体、扩展图像处理到音游逻辑，主要采用以下技术。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6ACA2-491B-420E-AD59-EF0170F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93FC1-47DF-429B-A418-8910B33E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TF 卡与 FAT32 文件系统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87612-0D42-4FFB-B484-73D3C4EB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193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通过 SPI 读取 BMP、WAV 和谱面资源，支持簇链与缓存调度。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1C5C1-4899-47E9-89B5-86F9DA25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1455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02909-9D09-4949-926F-C74E5544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145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99F68-8933-49C7-9AA0-8F9BDF75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071D5-EF5F-4CF1-B963-97E30B73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SDRAM 帧缓存与 HDMI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02C16-C058-49FE-9F76-5B36A441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622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完成图像缓存、视频时序输出和 48 kHz HDMI 音频。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C242C-0376-4573-8656-E538D151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5750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83255-29A8-47BA-9857-3DA1CE68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8575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基础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7F490F-B32E-4CC8-884E-E1017412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A6BD5-957D-4C20-AAD1-D252F858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双线性缩放与图像调节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1A86C-12EF-4E4B-8B50-EADC468F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052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BMP 尺寸解析、双线性缩放及亮度、对比度和 OSD 控制。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70FD5-B213-451E-8790-AB84DFFA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60045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35C379-F69F-4C2B-B865-6DECA13B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6004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扩展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24B64D-F282-443B-B619-2304D56B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EF68C-7AB8-4382-8167-CDE1CAA8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FFT 频谱与画面叠加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8F4AAF-34B2-426B-AB57-A71FA0E9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对 PCM 音频进行频谱分析，输出环形频谱可视化画面。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867E9B-B3FE-4FEE-946F-F808C6E4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34340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3BEF92-2337-45D3-BCDC-F0B41FA0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434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扩展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9D25D7-0A81-42D3-90B8-00EA40AE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AFE931-D5E4-4BAD-BD0F-7B6956F8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43A"/>
                </a:solidFill>
              </a:defRPr>
            </a:pPr>
            <a:r>
              <a:rPr sz="1425" b="1">
                <a:solidFill>
                  <a:srgbClr val="10243A"/>
                </a:solidFill>
              </a:rPr>
              <a:t>四轨音游引擎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76524C-9BF2-475A-97B2-54F4035E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911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385064"/>
                </a:solidFill>
              </a:defRPr>
            </a:pPr>
            <a:r>
              <a:rPr sz="1200" b="0">
                <a:solidFill>
                  <a:srgbClr val="385064"/>
                </a:solidFill>
              </a:rPr>
              <a:t>OSZ 谱面转换、PCM 计时、Tap/Hold 判定与游戏 HUD 渲染。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124420-8E57-45BB-8906-D0527116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086350"/>
            <a:ext cx="933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6C08CB-B491-4E59-83C4-D63B8ADC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0863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音游</a:t>
            </a:r>
          </a:p>
        </p:txBody>
      </p:sp>
    </p:spTree>
    <p:extLst>
      <p:ext uri="{BB962C8B-B14F-4D97-AF65-F5344CB8AC3E}">
        <p14:creationId xmlns:p14="http://schemas.microsoft.com/office/powerpoint/2010/main" val="1019020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D82F7B-91AD-48DA-89B0-0B19913C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78FFD-1E09-472A-A783-B1E7975C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已取得的成果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63005-B2C9-46DF-B24D-F711ED44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1D8FF-1440-4654-94AB-3978C576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4CA1F-94C3-41A4-9F9E-D51E82D2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390900" cy="34766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1B1BE-449D-42FD-BC6F-D6BFFB20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76200" cy="3476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7B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6757A-F23E-436B-AFA4-90EEB3E3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247BA0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7BA0"/>
                </a:solidFill>
              </a:defRPr>
            </a:pPr>
            <a:r>
              <a:rPr sz="2325" b="1">
                <a:solidFill>
                  <a:srgbClr val="247BA0"/>
                </a:solidFill>
              </a:rPr>
              <a:t>基础要求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11197-4CD8-44D3-B780-FFA16FBE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图片、音频与切换播放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C6868-BE6D-430A-9D4C-9870689E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BMP/FAT32 读取、SDRAM 帧缓存、HDMI 显示、手动切图/自动轮播和 48 kHz 音频。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6F63E-0C41-47AC-A756-BB5A7C5C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66875"/>
            <a:ext cx="3390900" cy="34766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B6019-D24D-4ABC-A019-BB2049A6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66875"/>
            <a:ext cx="76200" cy="3476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8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79246-0773-4515-A1F6-9C8CA997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573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328B73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28B73"/>
                </a:solidFill>
              </a:defRPr>
            </a:pPr>
            <a:r>
              <a:rPr sz="2325" b="1">
                <a:solidFill>
                  <a:srgbClr val="328B73"/>
                </a:solidFill>
              </a:rPr>
              <a:t>扩展要求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265FB-D5E7-4477-98D3-0CF8CFE2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288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图像处理与音频可视化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ACE3A-5A23-4939-8C47-CD39796C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双线性缩放、显示参数调节、OSD 与环形 FFT 频谱等扩展功能已完成 RTL 与仿真。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910E8-B10E-4326-81D1-751119EB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66875"/>
            <a:ext cx="3390900" cy="34766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C8F86-9751-4CBE-AC73-C4EF62AB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66875"/>
            <a:ext cx="76200" cy="3476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C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A5599-7C21-480E-8E47-E5198137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573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8B6CA8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8B6CA8"/>
                </a:solidFill>
              </a:defRPr>
            </a:pPr>
            <a:r>
              <a:rPr sz="2325" b="1">
                <a:solidFill>
                  <a:srgbClr val="8B6CA8"/>
                </a:solidFill>
              </a:rPr>
              <a:t>音游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AEB55C-0B60-4BBA-8D21-5F45541E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288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音游功能集成与验证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4DB4F-735A-487E-BF5E-FBF9C3A3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90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385064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385064"/>
                </a:solidFill>
              </a:defRPr>
            </a:pPr>
            <a:r>
              <a:rPr sz="1275" b="0">
                <a:solidFill>
                  <a:srgbClr val="385064"/>
                </a:solidFill>
              </a:rPr>
              <a:t>已完成音游核心功能开发与阶段性验证，涵盖音乐播放、谱面处理、游戏判定和画面显示。</a:t>
            </a:r>
          </a:p>
        </p:txBody>
      </p:sp>
    </p:spTree>
    <p:extLst>
      <p:ext uri="{BB962C8B-B14F-4D97-AF65-F5344CB8AC3E}">
        <p14:creationId xmlns:p14="http://schemas.microsoft.com/office/powerpoint/2010/main" val="238829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546BD-A743-47BC-BC59-779DD058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CF440-F900-40A0-9B83-0C46DDEA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后面三周还需做的工作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C1540-0B9D-498E-87FD-DA1F4C3E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12062-C5F8-4D2A-A236-2730E69E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C95FB-7512-4BBF-AE51-16E831AE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C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51913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001AF-8455-4575-B561-0C380F9C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26130-CF3E-48AB-A0B2-6ABA99F6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技术难点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B3156-5683-4C98-A775-2C5D7E15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F72CD-CDF9-41AD-BCB6-DB711D92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4BD65-A23C-4D15-98ED-2B119FD5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C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01579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01B06-3BC7-44D7-917F-A90AB85A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762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C6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9BF56-DE04-4320-8C3F-8C8AFB00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0243A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具体工作计划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02A72-F852-4C84-8DBB-565C1F95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D4E27-40E4-4A72-A904-97AED48D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718397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718397"/>
                </a:solidFill>
              </a:defRPr>
            </a:pPr>
            <a:r>
              <a:rPr sz="1050" b="1">
                <a:solidFill>
                  <a:srgbClr val="718397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B9250-B5B5-47B0-B4C3-32E58422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C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5423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2026-10-08T04:15:55.6920000Z</dcterms:created>
  <dcterms:modified xsi:type="dcterms:W3CDTF">2026-10-08T04:15:55.6920000Z</dcterms:modified>
</coreProperties>
</file>