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8731fec4444cd" /><Relationship Type="http://schemas.openxmlformats.org/officeDocument/2006/relationships/extended-properties" Target="/docProps/app.xml" Id="R70faaa16b5e64ac2" /><Relationship Type="http://schemas.openxmlformats.org/officeDocument/2006/relationships/officeDocument" Target="/ppt/presentation.xml" Id="R1f60f8b15d84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5a7c487be4a61"/>
  </p:sldMasterIdLst>
  <p:notesMasterIdLst>
    <p:notesMasterId xmlns:r="http://schemas.openxmlformats.org/officeDocument/2006/relationships" r:id="R349e64843ebd486d"/>
  </p:notesMasterIdLst>
  <p:sldIdLst>
    <p:sldId xmlns:r="http://schemas.openxmlformats.org/officeDocument/2006/relationships" id="256" r:id="R31de8a311a5248ce"/>
    <p:sldId xmlns:r="http://schemas.openxmlformats.org/officeDocument/2006/relationships" id="257" r:id="R0b08618fb7b14cf1"/>
    <p:sldId xmlns:r="http://schemas.openxmlformats.org/officeDocument/2006/relationships" id="258" r:id="Rdda20479061f49be"/>
    <p:sldId xmlns:r="http://schemas.openxmlformats.org/officeDocument/2006/relationships" id="259" r:id="Rd4e1ddc34f3b4af4"/>
    <p:sldId xmlns:r="http://schemas.openxmlformats.org/officeDocument/2006/relationships" id="260" r:id="R9797d182b1b240fe"/>
    <p:sldId xmlns:r="http://schemas.openxmlformats.org/officeDocument/2006/relationships" id="261" r:id="Ref74b4ebeff34467"/>
    <p:sldId xmlns:r="http://schemas.openxmlformats.org/officeDocument/2006/relationships" id="262" r:id="Rb0e08dda787e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72554ddb04806" /><Relationship Type="http://schemas.openxmlformats.org/officeDocument/2006/relationships/slideMaster" Target="/ppt/slideMasters/slideMaster1.xml" Id="Ra8b5a7c487be4a61" /><Relationship Type="http://schemas.openxmlformats.org/officeDocument/2006/relationships/notesMaster" Target="/ppt/notesMasters/notesMaster1.xml" Id="R349e64843ebd486d" /><Relationship Type="http://schemas.openxmlformats.org/officeDocument/2006/relationships/presProps" Target="/ppt/presProps.xml" Id="R175fa164b6284926" /><Relationship Type="http://schemas.openxmlformats.org/officeDocument/2006/relationships/tableStyles" Target="/ppt/tableStyles.xml" Id="Rd577f048dfad4743" /><Relationship Type="http://schemas.openxmlformats.org/officeDocument/2006/relationships/slide" Target="/ppt/slides/slide1.xml" Id="R31de8a311a5248ce" /><Relationship Type="http://schemas.openxmlformats.org/officeDocument/2006/relationships/slide" Target="/ppt/slides/slide2.xml" Id="R0b08618fb7b14cf1" /><Relationship Type="http://schemas.openxmlformats.org/officeDocument/2006/relationships/slide" Target="/ppt/slides/slide3.xml" Id="Rdda20479061f49be" /><Relationship Type="http://schemas.openxmlformats.org/officeDocument/2006/relationships/slide" Target="/ppt/slides/slide4.xml" Id="Rd4e1ddc34f3b4af4" /><Relationship Type="http://schemas.openxmlformats.org/officeDocument/2006/relationships/slide" Target="/ppt/slides/slide5.xml" Id="R9797d182b1b240fe" /><Relationship Type="http://schemas.openxmlformats.org/officeDocument/2006/relationships/slide" Target="/ppt/slides/slide6.xml" Id="Ref74b4ebeff34467" /><Relationship Type="http://schemas.openxmlformats.org/officeDocument/2006/relationships/slide" Target="/ppt/slides/slide7.xml" Id="Rb0e08dda787e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a4136ebc4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22217b0804d1d" /><Relationship Type="http://schemas.openxmlformats.org/officeDocument/2006/relationships/notesMaster" Target="/ppt/notesMasters/notesMaster1.xml" Id="Re20425ae9815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b91b35fd94b57" /><Relationship Type="http://schemas.openxmlformats.org/officeDocument/2006/relationships/notesMaster" Target="/ppt/notesMasters/notesMaster1.xml" Id="Rbb144f8c26ce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37fed32f24be6" /><Relationship Type="http://schemas.openxmlformats.org/officeDocument/2006/relationships/notesMaster" Target="/ppt/notesMasters/notesMaster1.xml" Id="R2678ca2bf8d0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dd6f805024bc9" /><Relationship Type="http://schemas.openxmlformats.org/officeDocument/2006/relationships/notesMaster" Target="/ppt/notesMasters/notesMaster1.xml" Id="Re176f9d7444a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1954d45a4238" /><Relationship Type="http://schemas.openxmlformats.org/officeDocument/2006/relationships/notesMaster" Target="/ppt/notesMasters/notesMaster1.xml" Id="Rb8b4bebf19a0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fc169674a4fad" /><Relationship Type="http://schemas.openxmlformats.org/officeDocument/2006/relationships/notesMaster" Target="/ppt/notesMasters/notesMaster1.xml" Id="Rfae73e0eaa8c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48daaa1944730" /><Relationship Type="http://schemas.openxmlformats.org/officeDocument/2006/relationships/notesMaster" Target="/ppt/notesMasters/notesMaster1.xml" Id="R8e1ccec2a69c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项目依据：AGENT.md、docs/rhythm-game-2026-10-03.md、docs/rhythm-stage4-2026-10-03.md、current-state.md。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赛题要求来源：E:/QQ/qq download/赛题解析一 (1).pptx（基础要求、注意事项）；项目目标与当前阶段来源：docs/rhythm-game-2026-10-03.md、docs/rhythm-stage4-2026-10-03.md、current-state.md。赛题原文要求 HX4S20C、最终单一设计固化并上电运行；当前项目仍未生成 bitstream，不能声称满足最终上板条件。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扩展项目要求来源：E:/QQ/qq download/赛题解析一 (1).pptx，赛题要求至少一项扩展。项目状态依据 current-state.md（参数调节、双线性缩放、频谱）及 docs/rhythm-stage4-2026-10-03.md（HUD、参数/频谱兼容回归）。转场特效在所查项目记录中没有实现依据，故标未完成。已实现是 RTL/仿真状态，不代表最终板级验收。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基础系统和资源/判定成果来源：docs/rhythm-game-2026-10-03.md、docs/rhythm-stage4-2026-10-03.md、current-state.md；赛题原文关于最终固化和上电运行的要求见 E:/QQ/qq download/赛题解析一 (1).pptx。最新物理实现：LUT 17948/19600（91.57%），routed setup −2.472/−398.316 ns，hold/removal −0.020/−0.115 ns；尚未生成 bitstream，不能宣称上板通过。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600fda8ee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95dad51342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a8e198ab4c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07751661a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31ba4a72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ed093265c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63B84-14E4-4EA8-B166-D0B657CD7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56230D-5313-42A0-8A90-73CDAA9EAC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AD58F-A414-4067-883C-DBD81A9B9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1F087-54A1-4031-AF4A-3BA2E7F8C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A01EB5-7023-4509-B212-CD52D60A1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F44B9-69E1-4F0F-A757-00411D5B3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86114-AF68-4F55-910B-21C49C23A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4F90EA-40F6-47A9-BE16-F6D4C1640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69B26-4EC7-4C88-8E35-5F7985E7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9A7F9-63A7-4D36-8953-4193E70E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da726c9474a6a" /><Relationship Type="http://schemas.openxmlformats.org/officeDocument/2006/relationships/slideLayout" Target="/ppt/slideLayouts/slideLayout1.xml" Id="R847418e4f8dc49bb" /><Relationship Type="http://schemas.openxmlformats.org/officeDocument/2006/relationships/slideLayout" Target="/ppt/slideLayouts/slideLayout2.xml" Id="R260abc20359d4fac" /><Relationship Type="http://schemas.openxmlformats.org/officeDocument/2006/relationships/slideLayout" Target="/ppt/slideLayouts/slideLayout3.xml" Id="R01f7d6504f4942e8" /><Relationship Type="http://schemas.openxmlformats.org/officeDocument/2006/relationships/slideLayout" Target="/ppt/slideLayouts/slideLayout4.xml" Id="R19b10de0372749a0" /><Relationship Type="http://schemas.openxmlformats.org/officeDocument/2006/relationships/slideLayout" Target="/ppt/slideLayouts/slideLayout5.xml" Id="R34200785bbf94df9" /><Relationship Type="http://schemas.openxmlformats.org/officeDocument/2006/relationships/slideLayout" Target="/ppt/slideLayouts/slideLayout6.xml" Id="R05a6b3163f23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418e4f8dc49bb"/>
    <p:sldLayoutId xmlns:r="http://schemas.openxmlformats.org/officeDocument/2006/relationships" id="2147483650" r:id="R260abc20359d4fac"/>
    <p:sldLayoutId xmlns:r="http://schemas.openxmlformats.org/officeDocument/2006/relationships" id="2147483651" r:id="R01f7d6504f4942e8"/>
    <p:sldLayoutId xmlns:r="http://schemas.openxmlformats.org/officeDocument/2006/relationships" id="2147483652" r:id="R19b10de0372749a0"/>
    <p:sldLayoutId xmlns:r="http://schemas.openxmlformats.org/officeDocument/2006/relationships" id="2147483653" r:id="R34200785bbf94df9"/>
    <p:sldLayoutId xmlns:r="http://schemas.openxmlformats.org/officeDocument/2006/relationships" id="2147483654" r:id="R05a6b3163f23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c936e9d0a42b9" /><Relationship Type="http://schemas.openxmlformats.org/officeDocument/2006/relationships/notesSlide" Target="/ppt/notesSlides/notesSlide1.xml" Id="R33543f598f34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c3c985b2b49f9" /><Relationship Type="http://schemas.openxmlformats.org/officeDocument/2006/relationships/notesSlide" Target="/ppt/notesSlides/notesSlide2.xml" Id="R500a4bc8daa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704a0c5ae4dd1" /><Relationship Type="http://schemas.openxmlformats.org/officeDocument/2006/relationships/notesSlide" Target="/ppt/notesSlides/notesSlide3.xml" Id="Ra68e5dc4cbfd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968a263440c5" /><Relationship Type="http://schemas.openxmlformats.org/officeDocument/2006/relationships/notesSlide" Target="/ppt/notesSlides/notesSlide4.xml" Id="R11c59f56d7f4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2ceb0d6a24de7" /><Relationship Type="http://schemas.openxmlformats.org/officeDocument/2006/relationships/notesSlide" Target="/ppt/notesSlides/notesSlide5.xml" Id="R8aa60abf9747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02c5ec0774ed0" /><Relationship Type="http://schemas.openxmlformats.org/officeDocument/2006/relationships/notesSlide" Target="/ppt/notesSlides/notesSlide6.xml" Id="Ra5230d5bb5b0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c2b272e44fc6" /><Relationship Type="http://schemas.openxmlformats.org/officeDocument/2006/relationships/notesSlide" Target="/ppt/notesSlides/notesSlide7.xml" Id="R31b91e2e5baf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0A858-CC97-4B79-A138-2C752BD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5548-D48A-4595-ACCE-85DE541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B489-E310-4BA1-846E-CAF074E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DE2C-B9F8-42C3-86CD-817CA27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9FD0-C781-4423-8771-8FD1330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8A35-746D-4959-827D-2D98777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81ECD-6E21-4E66-840C-D3A12F8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59C2-0232-49CF-84F5-1FF3823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5E15-4294-4920-A2D3-4377A2D2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B636-733D-43E8-B41F-DB7D690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A1ED-244F-410A-A917-61E8B35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BBD5E2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BD5E2"/>
                </a:solidFill>
              </a:defRPr>
            </a:pPr>
            <a:r>
              <a:rPr sz="1125" b="0">
                <a:solidFill>
                  <a:srgbClr val="BBD5E2"/>
                </a:solidFill>
              </a:rPr>
              <a:t>判定线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FD316-A1CC-4766-B2FB-8EA0C79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FPGA 音画联动音游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E65EC-04A6-46E4-A056-1E9D652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BFEFF0"/>
                </a:solidFill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EFF0"/>
                </a:solidFill>
              </a:defRPr>
            </a:pPr>
            <a:r>
              <a:rPr sz="2250" b="0">
                <a:solidFill>
                  <a:srgbClr val="BFEFF0"/>
                </a:solidFill>
              </a:rPr>
              <a:t>赛题预期成果与阶段进展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B24D2-DE17-45C1-AE37-350CBCB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E67CB-8D72-49E6-8791-60E8A78E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D9E6EE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6EE"/>
                </a:solidFill>
              </a:defRPr>
            </a:pPr>
            <a:r>
              <a:rPr sz="1425" b="0">
                <a:solidFill>
                  <a:srgbClr val="D9E6EE"/>
                </a:solidFill>
              </a:rPr>
              <a:t>安路 EG4S20｜Verilog｜SD 卡资源｜HDMI 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E7E6-CFF8-4DA8-9CBA-900D2A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A9BFC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9BFCE"/>
                </a:solidFill>
              </a:defRPr>
            </a:pPr>
            <a:r>
              <a:rPr sz="1275" b="0">
                <a:solidFill>
                  <a:srgbClr val="A9BFCE"/>
                </a:solidFill>
              </a:rPr>
              <a:t>阶段汇报 · 约 3–4 分钟</a:t>
            </a:r>
          </a:p>
        </p:txBody>
      </p:sp>
    </p:spTree>
    <p:extLst>
      <p:ext uri="{BB962C8B-B14F-4D97-AF65-F5344CB8AC3E}">
        <p14:creationId xmlns:p14="http://schemas.microsoft.com/office/powerpoint/2010/main" val="1665333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481D-1F47-4A47-9625-8EBA5E5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1D926-00D0-40CB-BCD6-640759B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赛题要求与项目目标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DA31-9455-4538-8937-2DF59AC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32BF-896E-414B-BC93-412ECA2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1F0F-6205-41C6-837F-A78F663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85064"/>
                </a:solidFill>
              </a:defRPr>
            </a:pPr>
            <a:r>
              <a:rPr sz="1650" b="1">
                <a:solidFill>
                  <a:srgbClr val="385064"/>
                </a:solidFill>
              </a:rPr>
              <a:t>项目路线：先完成必须的 HDMI 多媒体系统，再叠加扩展功能，最后在同一工程中实现音游。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3530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866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基础要求｜必须完成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89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图片读取、显示与切换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489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TF 卡 BMP → SDRAM 帧缓存 → HDMI；支持手动切图与自动轮播。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E1885-844B-4A3F-BD08-F7E6AF16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HDMI 音频与音视频播放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1610F-102F-4DFC-9861-D56F16DD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89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按赛题规格输出 48 kHz 音频，与画面形成完整多媒体演示。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CD063-1296-4874-96E7-AEB644B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535305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3F5E-B670-4554-9E89-85C72DA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6ABE-4A17-4C3E-A4B1-DA99975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项目最终目标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03819-E45E-488B-8CBF-68B7092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在多媒体底座上完成四轨音游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E2250-D5FE-433D-8551-9A525CD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38601-E41E-44B1-8762-AAF4F23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SD 卡读取谱面与 PCM 音频，音乐时间驱动音符下落和判定。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2A87-299E-46C8-96C6-C6DA073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E924-636C-4F85-8644-5E02AEB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实现 Tap / Hold、暂停重开、计分结算和 HDMI 游戏 HUD。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AD760-C06A-4C33-BF78-2CA7818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B2ACA-E42B-484D-9C95-1B7052B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游戏与图片、普通音乐媒体模式集成在同一系统中。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928ED-7D6F-4BE7-99B7-1ADA594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127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8293F-5B31-4232-9F43-D86A0DA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F3129-F6BC-40F3-9FA3-09B1AFF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扩展要求与项目实现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0C95-E5D8-4109-A78B-D7F0A64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D045-0B82-4BAC-8246-103FFDC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36BC-1509-4B50-803A-52E0CE8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85064"/>
                </a:solidFill>
              </a:defRPr>
            </a:pPr>
            <a:r>
              <a:rPr sz="1575" b="1">
                <a:solidFill>
                  <a:srgbClr val="385064"/>
                </a:solidFill>
              </a:rPr>
              <a:t>赛题要求至少实现 1 项扩展；项目现有工程已覆盖多项，转场特效不计入已完成项。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ACA2-491B-420E-AD59-EF0170F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93FC1-47DF-429B-A418-8910B3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图层叠加 / 字幕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7612-0D42-4FFB-B484-73D3C4E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已有 OSD、状态信息与音游 HUD RTL；仿真检查通过。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C5C1-4899-47E9-89B5-86F9DA2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02909-9D09-4949-926F-C74E554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9F68-8933-49C7-9AA0-8F9BDF7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71D5-EF5F-4CF1-B963-97E30B7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图片切换 / 转场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02C16-C058-49FE-9F76-5B36A44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未找到淡入淡出或滑动转场实现记录。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C242C-0376-4573-8656-E538D15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3255-29A8-47BA-9857-3DA1CE6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未完成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F490F-B32E-4CC8-884E-E1017412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A6BD5-957D-4C20-AAD1-D252F85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不同分辨率图片缩放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A86C-12EF-4E4B-8B50-EADC46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解析 BMP 尺寸并以双线性插值缩放到 640×480；回归通过。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70FD5-B213-451E-8790-AB84DFF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5C379-F69F-4C2B-B865-6DECA13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004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B64D-F282-443B-B619-2304D56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EF68C-7AB8-4382-8167-CDE1CAA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实时显示参数调节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F4AAF-34B2-426B-AB57-A71FA0E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亮度、对比度、锐度调节，并显示 OSD；保留 UART 控制。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67E9B-B3FE-4FEE-946F-F808C6E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434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BEF92-2337-45D3-BCDC-F0B41FA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43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D25D7-0A81-42D3-90B8-00EA40A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FE931-D5E4-4BAD-BD0F-7B6956F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音频可视化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6524C-9BF2-475A-97B2-54F4035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2048 点 FFT 与环形频谱显示；相关回归通过。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24420-8E57-45BB-8906-D052711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C08CB-B491-4E59-83C4-D63B8AD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86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已实现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B5969-5FD1-4069-AD6F-BA9FB551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9020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82F7B-91AD-48DA-89B0-0B19913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8FFD-1E09-472A-A783-B1E7975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已取得的成果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3005-B2C9-46DF-B24D-F711ED4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1D8FF-1440-4654-94AB-3978C57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CA1F-94C3-41A4-9F9E-D51E82D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B1BE-449D-42FD-BC6F-D6BFFB2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757A-F23E-436B-AFA4-90EEB3E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7BA0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BA0"/>
                </a:solidFill>
              </a:defRPr>
            </a:pPr>
            <a:r>
              <a:rPr sz="2325" b="1">
                <a:solidFill>
                  <a:srgbClr val="247BA0"/>
                </a:solidFill>
              </a:rPr>
              <a:t>基础系统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11197-4CD8-44D3-B780-FFA16FB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多媒体功能已有实现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C6868-BE6D-430A-9D4C-9870689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 / FAT32 读取、SDRAM 帧缓存、手动切图与轮播、音频播放及显示参数控制。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F63E-0C41-47AC-A756-BB5A7C5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B6019-D24D-4ABC-A019-BB2049A6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79246-0773-4515-A1F6-9C8CA99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328B73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28B73"/>
                </a:solidFill>
              </a:defRPr>
            </a:pPr>
            <a:r>
              <a:rPr sz="2325" b="1">
                <a:solidFill>
                  <a:srgbClr val="328B73"/>
                </a:solidFill>
              </a:rPr>
              <a:t>扩展功能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65FB-D5E7-4477-98D3-0CF8CFE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多项扩展有工程证据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ACE3A-5A23-4939-8C47-CD39796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双线性缩放、亮度/对比度/锐度调节、OSD 与环形 FFT 频谱。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910E8-B10E-4326-81D1-751119E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C8F86-9751-4CBE-AC73-C4EF62A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A5599-7C21-480E-8E47-E519813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B6CA8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B6CA8"/>
                </a:solidFill>
              </a:defRPr>
            </a:pPr>
            <a:r>
              <a:rPr sz="2325" b="1">
                <a:solidFill>
                  <a:srgbClr val="8B6CA8"/>
                </a:solidFill>
              </a:rPr>
              <a:t>413 音符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EB55C-0B60-4BBA-8D21-5F45541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真实谱面资源转换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4DB4F-735A-487E-BF5E-FBF9C3A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364 Tap + 49 Hold；配套 48 kHz PCM 音频约 90.07 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DD8E0-7F71-452A-B038-B9FCE35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219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BF959-DF59-41EB-9A3D-CABAE47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7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DB448-9AA0-41EE-9FF5-D7E0E62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C17A3E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17A3E"/>
                </a:solidFill>
              </a:defRPr>
            </a:pPr>
            <a:r>
              <a:rPr sz="2325" b="1">
                <a:solidFill>
                  <a:srgbClr val="C17A3E"/>
                </a:solidFill>
              </a:rPr>
              <a:t>413 / 413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A55B5-003D-416A-9A5F-4B8CEC6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整曲判定逻辑仿真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A8541-E1D6-4EB0-9835-0DD472C9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AUTO：413 Perfect、连击 413、100 万分；TEST：413 Miss。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387E8-EAD7-4B11-BEBB-A899E67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82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46BD-A743-47BC-BC59-779DD05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F440-F900-40A0-9B83-0C46DDE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后面三周还需做的工作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C1540-0B9D-498E-87FD-DA1F4C3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12062-C5F8-4D2A-A236-2730E69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95FB-7512-4BBF-AE51-16E831A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191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01AF-8455-4575-B561-0C380F9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6130-CF3E-48AB-A0B2-6ABA99F6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技术难点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3156-5683-4C98-A775-2C5D7E1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72CD-CDF9-41AD-BCB6-DB711D9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BD65-A23C-4D15-98ED-2B119FD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15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1B06-3BC7-44D7-917F-A90AB85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9BF56-DE04-4320-8C3F-8C8AFB0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具体工作计划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2A72-F852-4C84-8DBB-565C1F9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4E27-40E4-4A72-A904-97AED48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B9250-B5B5-47B0-B4C3-32E5842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42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2026-10-08T04:15:55.6920000Z</dcterms:created>
  <dcterms:modified xsi:type="dcterms:W3CDTF">2026-10-08T04:15:55.6920000Z</dcterms:modified>
</coreProperties>
</file>